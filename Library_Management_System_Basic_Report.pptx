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•  VITYARTHI SUBMISSION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Command-Line Application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310896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📚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9052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Library Management System built in core Java — no external libraries, no database, no GUI. It manages a book catalog, registers members, handles issuing and returning books, and automatically calculates late fines. All data is saved to CSV files, so nothing is lost between runs.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44805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44805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44805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Terminal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44805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Persistence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Catalog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remove, search &amp; list books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🧑‍🤝‍🧑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members &amp; track fines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&amp; Return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loan period workflow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Fines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$5/day charged for late returns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26280" y="4892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Overdue Tracking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loan currently overdue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5320" y="4206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Persistence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after every action, automatically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12172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library-management/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Book.java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Member.java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Transaction.java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FileManager.java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Library.java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LibraryException.java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Main.java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(auto-created)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report.md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737360"/>
            <a:ext cx="5669280" cy="42062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Responsibilities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Member / Transaction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classes for the core entities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63640" y="3081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3355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writes CSV data files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37398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40142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logic &amp; rules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43982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LibraryException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46725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 handling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5056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3640" y="5330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menu &amp; entry point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Development Kit (JDK) 8 or later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2377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with: java -version  and  javac -version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dependencies needed — only the Java standard library is used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050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macOS / Linux: install from Adoptium Temurin (free, recommended)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537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(Homebrew): brew install openjdk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02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937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Debian: sudo apt install openjdk-21-jdk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Compile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the repository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0" y="178308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12172F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9202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https://github.com/{username}/{repo}.git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{repo}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200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the source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12080" y="324612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12172F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3383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out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-d out src/*.java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663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program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212080" y="470916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12172F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48463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-cp out Main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Usage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297680"/>
          </a:xfrm>
          <a:prstGeom prst="roundRect">
            <a:avLst>
              <a:gd name="adj" fmla="val 1277"/>
            </a:avLst>
          </a:prstGeom>
          <a:solidFill>
            <a:srgbClr val="12172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92024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920240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10515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MENU ---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Add a book        5. Register a member     9. Pay a member's fine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Remove a book     6. List all members      10. List all transactions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Search books      7. Issue a book           11. List overdue books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List all books    8. Return a book          0. Save and exit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an option: 7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ISBN: 9780134685991   Member ID: M001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E3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issued. Transaction ID: T0001 | Due date: 2026-09-29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 Format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stored as plain CSV files inside a data/ folder, created automatically on first run.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0058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41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books.csv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86207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isbn, title, author, totalCopies, availableCopies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10058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675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members.csv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09651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memberId, name, email, outstandingFine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64240" cy="10058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910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transactions.csv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5330952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transactionId, isbn, memberId, issueDate, dueDate, returnDate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23360" y="1920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Member &amp; Transaction are model classes; Library holds all business rules; FileManager isolates file I/O; Main is a thin CLI layer.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6424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83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023360" y="3383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Business-rule violations throw a custom LibraryException, which Main catches and reports without crashing.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46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External Libraries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48463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relies on the Java standard library — builds and runs anywhere a JDK is installed, no internet or build tool needed.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Simple, Complete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core Java — clean OOP design, reliable CSV persistence, and a simple command-line interface anyone can run.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310896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46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2026-09-16T03:41:11Z</dcterms:created>
  <dcterms:modified xsi:type="dcterms:W3CDTF">2026-09-16T03:41:11Z</dcterms:modified>
</cp:coreProperties>
</file>